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Abertura, 20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50 segundos. Contrastar com o TP01, que era supervisionado.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45 segundos. A decisão de testar os dois cenários é ponto forte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55 segundos. Coração da implementação.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45 segundos. Encerra a primeira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50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55 segundos. Discussão mais rica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50 segundos. O painel da esquerda é só referência: os rótulos não entraram no algoritmo.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50 segundos. Resultado contraintuitivo e bem fundamentado.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50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25 segundos. Encerramento. Colar o link do vídeo antes de enviar.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rive.google.com/file/d/1eJa0A75mcm3XpGQTtdaITXVSNr5iy4s7/view?usp=shar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1325880"/>
            <a:ext cx="1371600" cy="1371600"/>
          </a:xfrm>
          <a:prstGeom prst="ellipse">
            <a:avLst/>
          </a:prstGeom>
          <a:solidFill>
            <a:srgbClr val="5B3E8E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43800" y="2057400"/>
            <a:ext cx="1051560" cy="1051560"/>
          </a:xfrm>
          <a:prstGeom prst="ellipse">
            <a:avLst/>
          </a:prstGeom>
          <a:solidFill>
            <a:srgbClr val="7FA88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46520" y="2514600"/>
            <a:ext cx="868680" cy="868680"/>
          </a:xfrm>
          <a:prstGeom prst="ellipse">
            <a:avLst/>
          </a:prstGeom>
          <a:solidFill>
            <a:srgbClr val="D99A3E">
              <a:alpha val="6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GCC128 · INTELIGÊNCIA ARTIFICIAL · UFLA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Agrupamento com K-Means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Prático 02 — aprendizado não supervisionado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implementação do algoritmo do zero, sobre a base Iris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1005840" cy="27432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520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Pyêtro Augusto Malaquias   ·   Matheus Gomes Monteiro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Clusterização: aprendizado não supervisionado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070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rótulos na entrada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53619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não recebe as classes. Ele descobre estrutura apenas pela proximidade entre os pontos.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3225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observação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517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da classificação do TP01, que aprendia por exemplo, a partir de amostras já rotuladas.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65576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4381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protótipos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76732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é representado pelo seu centróide — o centro de gravidade dos pontos que o compõem.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49240" y="105156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1600200"/>
            <a:ext cx="182880" cy="18288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874520"/>
            <a:ext cx="182880" cy="18288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103120"/>
            <a:ext cx="182880" cy="18288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2286000"/>
            <a:ext cx="182880" cy="18288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7" name="Shape 15"/>
          <p:cNvSpPr/>
          <p:nvPr/>
        </p:nvSpPr>
        <p:spPr>
          <a:xfrm>
            <a:off x="5897880" y="2514600"/>
            <a:ext cx="182880" cy="18288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146304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178308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201168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2240280"/>
            <a:ext cx="182880" cy="18288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5120" y="301752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320040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537960" y="333756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5" name="Shape 23"/>
          <p:cNvSpPr/>
          <p:nvPr/>
        </p:nvSpPr>
        <p:spPr>
          <a:xfrm>
            <a:off x="7178040" y="288036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3429000"/>
            <a:ext cx="182880" cy="18288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20665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3E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68312" y="1856232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A8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9712" y="3136392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9A3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32120" y="3913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centróides (círculos vazados) representam cada grupo.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dados e a questão da padronização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704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3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75688" y="105156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75688" y="11704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3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075688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48456" y="105156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48456" y="11704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3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espécies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051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Iris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4173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rótulos das espécies NÃO entram no algoritmo.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usados só na análise final dos grupos.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926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Z-score evita que atributos de escala maior dominem a distância. Mas na Iris os 4 atributos já estão na mesma unidade (cm).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B1B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8348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decisão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2926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experimento nos DOIS cenários — brutos e padronizados — e medir o efeito, em vez de assumi-lo.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algoritmo, implementado do zero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centróides pelo k-means++, que os espalha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7373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78608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1325880"/>
            <a:ext cx="384048" cy="38404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61488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2194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vai ao centróide mais próximo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07408" y="17373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54296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37176" y="1325880"/>
            <a:ext cx="384048" cy="38404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3717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37176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2194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Centróide = média dos pontos do grupo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17373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729984" y="11430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12864" y="1325880"/>
            <a:ext cx="384048" cy="38404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12864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2194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os centróides pararem de se mover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06324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2B1B4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31546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k-means++ espalha os centróides e evita mínimos locais ruins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centroides = inicializar_centroides(X, k, rng)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    = atribuir_clusters(X, centroides)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centroides = atualizar_centroides(X, rotulos, k, centroides)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1330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K-Means só converge para mínimo local: cada K roda 10 vezes e fica a solução de menor WCSS.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sem rótulos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classes verdadeiras, a avaliação mede a geometria dos grupos.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10896" cy="310896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61288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21408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121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3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das distâncias² ao centróide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compactação. Cai sempre que K aumenta — por isso sozinho não escolhe 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600200"/>
            <a:ext cx="310896" cy="310896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50208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0440" y="2121408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2121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 − a) / max(a, b)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coesão (a) e separação (b). Vai de −1 a 1; perto de 1 a amostra está bem alocada.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600200"/>
            <a:ext cx="310896" cy="310896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39128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Cotovelo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2121408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2121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inflexão da curva de WCSS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o ponto em que aumentar K deixa de compensar.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métricas foram implementadas manualmente, a partir das distâncias.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do Cotovelo</a:t>
            </a:r>
            <a:endParaRPr lang="en-US" sz="3000" dirty="0"/>
          </a:p>
        </p:txBody>
      </p:sp>
      <p:pic>
        <p:nvPicPr>
          <p:cNvPr id="3" name="Image 0" descr="fig_cotove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760720" cy="20939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105156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D99A3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0" y="1188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3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719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dois cenários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48,2%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2395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K=2 para K=3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9260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27,4%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2944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K=3 para K=4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3474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3493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K=4 para K=5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33101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WCSS sempre cai quando K aumenta — no limite chega a zero. O critério é o ponto de retorno decrescente, não o menor valor.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as métricas discordam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2B1B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Cotovelo → K = 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com o nº de espécies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D99A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Silhueta → K = 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0,6810 contra 0,5528 em K = 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560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discordam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8803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métricas medem coisas diferentes. O cotovelo procura a saturação da compactação; a silhueta premia grupos bem separados. Na Iris, uma espécie fica isolada e as outras duas se sobrepõem — separá-las cria uma fronteira no meio de uma região densa, o que derruba a silhueta mesmo sendo a partição biologicamente correta.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913632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F7F5FA"/>
          </a:solidFill>
          <a:ln w="12700">
            <a:solidFill>
              <a:srgbClr val="5B3E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91363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internas descrevem a geometria dos dados, não a estrutura que procuramos. Adotamos K = 3.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agrupamentos, projetados por PCA</a:t>
            </a:r>
            <a:endParaRPr lang="en-US" sz="3000" dirty="0"/>
          </a:p>
        </p:txBody>
      </p:sp>
      <p:pic>
        <p:nvPicPr>
          <p:cNvPr id="3" name="Image 0" descr="fig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51560"/>
            <a:ext cx="8503920" cy="2331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3474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tem 4 dimensões; as 2 primeiras componentes principais concentram 97,8% da variância.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77240" y="3886200"/>
            <a:ext cx="219456" cy="219456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69848" y="38587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3858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 as duas espécies sobrepostas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74720" y="3886200"/>
            <a:ext cx="219456" cy="219456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67328" y="38587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3858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aproxima-se das espécies reais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72200" y="3886200"/>
            <a:ext cx="219456" cy="219456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64808" y="38587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3858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um grupo coeso ao meio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efeito da padronização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brutos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Padronizados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Silhouette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ARI vs espécies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padronização piorou os dois indicadores.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349240" y="1143000"/>
            <a:ext cx="3291840" cy="1527048"/>
          </a:xfrm>
          <a:prstGeom prst="roundRect">
            <a:avLst>
              <a:gd name="adj" fmla="val 4790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6459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dá peso igual a todos os atributos. Na Iris, pétala discrimina muito e sépala discrimina pouco — equalizar amplifica o atributo menos útil.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31546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2B1B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3154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não é passo automático.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indicado quando os atributos estão em unidades ou ordens de grandeza distintas. Quando já estão na mesma escala e a dispersão carrega informação real, pode destruir justamente o sinal que interessa.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 K-Means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98448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1673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é entrada, não saída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190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não descobre quantos grupos existem — com K=4 ele partiu um grupo coeso sem hesitar.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0972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98448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31673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mínimo local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190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depende da inicialização. Mitigado com k-means++ e 10 execuções, mas sem garantia de ótimo global.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71216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88950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globulares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91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até centróides gera fronteiras lineares. Grupos alongados ou em anel não são recuperados.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2670048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71216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288950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 a escala e outliers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291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centróide é uma média: um ponto extremo desloca o centro do grupo inteiro.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ponto é obrigatoriamente atribuído: não existe categoria de ruído, como em métodos por densidade (DBSCAN).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3291840"/>
            <a:ext cx="2377440" cy="2377440"/>
          </a:xfrm>
          <a:prstGeom prst="ellipse">
            <a:avLst/>
          </a:prstGeom>
          <a:solidFill>
            <a:srgbClr val="5B3E8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83880" y="-685800"/>
            <a:ext cx="1920240" cy="1920240"/>
          </a:xfrm>
          <a:prstGeom prst="ellipse">
            <a:avLst/>
          </a:prstGeom>
          <a:solidFill>
            <a:srgbClr val="5B3E8E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1887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Implementamos o K-Means do zero, com k-means++, critério de convergência e as métricas WCSS e Silhouette.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56816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385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contra o Scikit-learn deu valores idênticos e ARI = 1,0 entre as partições.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06624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6883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Cotovelo e silhueta discordaram: nenhuma métrica isolada decide K sozinha em problemas não supervisionados.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128016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B3E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4630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7830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(.ipynb)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(.pdf)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pyetro_matheus.zip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675888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67588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da apresentação: </a:t>
            </a:r>
            <a:pPr indent="0" marL="0">
              <a:buNone/>
            </a:pPr>
            <a:r>
              <a:rPr lang="en-US" sz="9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drive.google.com/file/d/1eJa0A75mcm3XpGQTtdaITXVSNr5iy4s7/view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370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Pyêtro Augusto Malaquias  ·  Matheus Gomes Monteiro  ·  GCC128 — UFLA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Prático 02 - Agrupamento com K-Means</dc:title>
  <dc:subject>PptxGenJS Presentation</dc:subject>
  <dc:creator>Pyêtro Augusto Malaquias e Matheus Gomes Monteiro</dc:creator>
  <cp:lastModifiedBy>Pyêtro Augusto Malaquias e Matheus Gomes Monteiro</cp:lastModifiedBy>
  <cp:revision>1</cp:revision>
  <dcterms:created xsi:type="dcterms:W3CDTF">2026-09-16T23:00:51Z</dcterms:created>
  <dcterms:modified xsi:type="dcterms:W3CDTF">2026-09-16T23:00:51Z</dcterms:modified>
</cp:coreProperties>
</file>