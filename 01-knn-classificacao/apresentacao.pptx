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5B3E8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2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3E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A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3E8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k = 1</c:v>
                  </c:pt>
                  <c:pt idx="1">
                    <c:v>k = 3</c:v>
                  </c:pt>
                  <c:pt idx="2">
                    <c:v>k = 5</c:v>
                  </c:pt>
                  <c:pt idx="3">
                    <c:v>k = 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96.67</c:v>
                </c:pt>
                <c:pt idx="2">
                  <c:v>98.33</c:v>
                </c:pt>
                <c:pt idx="3">
                  <c:v>96.67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E2A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A3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12700" cap="flat">
              <a:solidFill>
                <a:srgbClr val="EDE9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A (Pyêtro). Abertura, 15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A. 45 segundos. Enfatizar que não há modelo construído no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A. 35 segundos. Destacar o papel da semente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A. 45 segundos. Coração do trabalho — explicar as quatro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A. 30 segundos. Encerra a primeira parte e passa para o Matheus.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B (Matheus).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B. 50 segundos. Explicar por que k=5 vence e k=7 já cai.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B. 40 segundos. Matriz de confusão e métricas por classe, ambas exigidas pelo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B. 45 segundos. Resultado mais importante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B. 25 segundos. Encerramento e agradecimento.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aFHApdmkNmJUh8hDkVcmfVavlBaWwW8t/view?usp=shar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051560"/>
            <a:ext cx="1371600" cy="2377440"/>
          </a:xfrm>
          <a:prstGeom prst="ellipse">
            <a:avLst/>
          </a:prstGeom>
          <a:solidFill>
            <a:srgbClr val="5B3E8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0100000">
            <a:off x="6172200" y="1600200"/>
            <a:ext cx="2286000" cy="1280160"/>
          </a:xfrm>
          <a:prstGeom prst="ellipse">
            <a:avLst/>
          </a:prstGeom>
          <a:solidFill>
            <a:srgbClr val="7FA88C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6766560" y="1600200"/>
            <a:ext cx="2286000" cy="1280160"/>
          </a:xfrm>
          <a:prstGeom prst="ellipse">
            <a:avLst/>
          </a:prstGeom>
          <a:solidFill>
            <a:srgbClr val="D99A3E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9933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GCC128 · INTELIGÊNCIA ARTIFICIAL · UFLA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KNN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01 — implementação do algoritmo do zero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comparação com Scikit-learn sobre a base Iris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05840" cy="27432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 ·   Matheus Gomes Monteiro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KNN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instâncias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5361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propriedades de um ponto tendem a ser semelhantes às dos pontos da vizinhança.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22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 e não-paramétrico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517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assume nenhuma distribuição prévia dos dados.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4381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constrói modelo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67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de treino apenas armazena os dados — todo o custo está na classificação.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9240" y="105156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148840"/>
            <a:ext cx="1325880" cy="1325880"/>
          </a:xfrm>
          <a:prstGeom prst="ellipse">
            <a:avLst/>
          </a:prstGeom>
          <a:solidFill>
            <a:srgbClr val="5B3E8E">
              <a:alpha val="12000"/>
            </a:srgbClr>
          </a:solidFill>
          <a:ln w="12700">
            <a:solidFill>
              <a:srgbClr val="5B3E8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760720" y="155448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41732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3560" y="237744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14884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0" y="320040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310128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288036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146304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210312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201168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0" y="320040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0" y="3310128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283464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46888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8" name="Shape 26"/>
          <p:cNvSpPr/>
          <p:nvPr/>
        </p:nvSpPr>
        <p:spPr>
          <a:xfrm>
            <a:off x="7269480" y="237744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306324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306324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1" name="Shape 29"/>
          <p:cNvSpPr/>
          <p:nvPr/>
        </p:nvSpPr>
        <p:spPr>
          <a:xfrm>
            <a:off x="7004304" y="2715768"/>
            <a:ext cx="237744" cy="237744"/>
          </a:xfrm>
          <a:prstGeom prst="ellipse">
            <a:avLst/>
          </a:prstGeom>
          <a:solidFill>
            <a:srgbClr val="2B1B4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3212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classe do ponto escuro?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voto dos k vizinhos dentro do círculo.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 e partição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75688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75688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075688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48456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8456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Iris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1508760"/>
            <a:ext cx="164592" cy="164592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2432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801368"/>
            <a:ext cx="164592" cy="164592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42432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093976"/>
            <a:ext cx="164592" cy="16459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42432" y="2048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dos dados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4882896" cy="566928"/>
          </a:xfrm>
          <a:prstGeom prst="rect">
            <a:avLst/>
          </a:prstGeom>
          <a:solidFill>
            <a:srgbClr val="5B3E8E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5816" y="2926080"/>
            <a:ext cx="3255264" cy="566928"/>
          </a:xfrm>
          <a:prstGeom prst="rect">
            <a:avLst/>
          </a:prstGeom>
          <a:solidFill>
            <a:srgbClr val="7FA8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2926080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· 60% · 90 amostras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85816" y="292608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· 40% · 60 amostras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76732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76732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 fixa (42):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as duas implementações recebam exatamente os mesmos conjuntos — comparação justa — e torna os resultados reprodutíveis.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hardcore: as 4 etapas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euclidiana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amostra de teste até todos os pontos de treino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78608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6148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distâncias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os índices dos k menores valores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54296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3717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majoritário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mais frequente entre os k vizinhos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29984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1286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final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vencedora atribuída à amostra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2B1B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1546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knn_predizer(X_treino, y_treino, X_teste, k):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distancias = [distancia_euclidiana(amostra, t) for t in X_treino]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vizinhos = np.argsort(distancias)[:k]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predicoes.append(voto_majoritario(y_treino[vizinhos]))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133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nenhuma biblioteca de machine learning — apenas NumPy para operações matemáticas básicas.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implementadas manualmente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derivadas da matriz de confusão, sem funções prontas de avaliação.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10896" cy="31089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3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÷ soma das colunas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o modelo disse ser da classe X, quantos realmente eram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00200"/>
            <a:ext cx="310896" cy="310896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5020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÷ soma das linhas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realmente eram da classe X, quantos o modelo encontrou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00200"/>
            <a:ext cx="310896" cy="310896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3912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acertos ÷ total de predições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reconhecimento geral do classificador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confusão também foi construída do zero: a posição [i][j] conta as amostras da classe real i preditas como j.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classificador com Scikit-learn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HARDCORE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distancia_euclidiana()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voto_majoritario()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knn_predizer()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matriz_confusao()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calcular_metricas()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funções escritas do zero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KNeighborsClassifier(k)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modelo.fit(X_tr, y_tr)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modelo.predict(X_te)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confusion_matrix(...)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precision_score(...) · recall_score(...)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linhas para classificar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B1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semente · mesmos conjuntos de treino e teste · comparação direta e justa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reconhecimento para cada 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10058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D99A3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06440" y="1143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98,33%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resultado — k = 5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24871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por um único vizinho: sensível a ruído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30540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035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decisão mais estável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36210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02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a perder flexibilidade entre classes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 · k = 5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4846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\ predito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setosa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9A2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9A2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versicolor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9A2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A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virginica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9A2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9A2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291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classificação incorreta em 60 amostras.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2356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avaliação por classe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572768"/>
          <a:ext cx="3017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revocação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setosa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versicolor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virginica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23560" y="3310128"/>
            <a:ext cx="3017520" cy="530352"/>
          </a:xfrm>
          <a:prstGeom prst="roundRect">
            <a:avLst>
              <a:gd name="adj" fmla="val 10345"/>
            </a:avLst>
          </a:prstGeom>
          <a:solidFill>
            <a:srgbClr val="D99A3E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623560" y="33101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geral · 98,33%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39136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setosa é linearmente separável e não gera erro; versicolor e virginica se sobrepõem no espaço de atributos, e é onde a confusão aparece.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Hardcore × Scikit-learn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B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D5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predições divergentes em 60 amostras — nos quatro valores de 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D99A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~13×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no Scikit-learn — média de 10 execuções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idênticas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175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de confusão, precisão, revocação e acurácia coincidem exatamente. Reproduzir a saída de uma biblioteca consolidada é uma forma objetiva de validar a implementação própria.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computacional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175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versão percorre todos os pontos em laço explícito, com custo O(n·m) por predição. A biblioteca usa código vetorizado compilado e índice espacial — aqui o Sklearn escolheu KD-Tree, mas isso varia com os dados.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291840"/>
            <a:ext cx="2377440" cy="2377440"/>
          </a:xfrm>
          <a:prstGeom prst="ellipse">
            <a:avLst/>
          </a:prstGeom>
          <a:solidFill>
            <a:srgbClr val="5B3E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-685800"/>
            <a:ext cx="1920240" cy="1920240"/>
          </a:xfrm>
          <a:prstGeom prst="ellipse">
            <a:avLst/>
          </a:prstGeom>
          <a:solidFill>
            <a:srgbClr val="5B3E8E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1704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KNN do zero confirmou o entendimento dos fundamentos: distância, seleção de vizinhos, voto majoritário e derivação das métricas.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equivalência total com o Scikit-learn valida a corretude da implementação própria.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700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otimizadas continuam preferíveis na prática: mesmo resultado, fração do custo computacional.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63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7830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(.ipynb)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(.pdf)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pyetro_matheus.zip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6758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da apresentação: </a:t>
            </a:r>
            <a:pPr indent="0" marL="0">
              <a:buNone/>
            </a:pPr>
            <a:r>
              <a:rPr lang="en-US" sz="10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drive.google.com/file/d/1aFHApdmkNmJUh8hDkVcmfVavlBaWwW8t/view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·  Matheus Gomes Monteiro  ·  GCC128 — UFLA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Prático 01 - Classificação KNN</dc:title>
  <dc:subject>PptxGenJS Presentation</dc:subject>
  <dc:creator>Pyêtro Augusto Malaquias e Matheus Gomes Monteiro</dc:creator>
  <cp:lastModifiedBy>Pyêtro Augusto Malaquias e Matheus Gomes Monteiro</cp:lastModifiedBy>
  <cp:revision>1</cp:revision>
  <dcterms:created xsi:type="dcterms:W3CDTF">2026-09-03T00:43:48Z</dcterms:created>
  <dcterms:modified xsi:type="dcterms:W3CDTF">2026-09-03T00:43:48Z</dcterms:modified>
</cp:coreProperties>
</file>